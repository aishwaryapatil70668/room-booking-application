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606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1DA6B-5759-47F7-A897-98374D0A5345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D9B5D-C9B2-4B7C-BB92-45C14B716F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13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D9B5D-C9B2-4B7C-BB92-45C14B716F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78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752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30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013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96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8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10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836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7942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178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05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7045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604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2296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569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00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20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426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7" r:id="rId1"/>
    <p:sldLayoutId id="2147484608" r:id="rId2"/>
    <p:sldLayoutId id="2147484609" r:id="rId3"/>
    <p:sldLayoutId id="2147484610" r:id="rId4"/>
    <p:sldLayoutId id="2147484611" r:id="rId5"/>
    <p:sldLayoutId id="2147484612" r:id="rId6"/>
    <p:sldLayoutId id="2147484613" r:id="rId7"/>
    <p:sldLayoutId id="2147484614" r:id="rId8"/>
    <p:sldLayoutId id="2147484615" r:id="rId9"/>
    <p:sldLayoutId id="2147484616" r:id="rId10"/>
    <p:sldLayoutId id="2147484617" r:id="rId11"/>
    <p:sldLayoutId id="2147484618" r:id="rId12"/>
    <p:sldLayoutId id="2147484619" r:id="rId13"/>
    <p:sldLayoutId id="2147484620" r:id="rId14"/>
    <p:sldLayoutId id="2147484621" r:id="rId15"/>
    <p:sldLayoutId id="21474846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8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 Booking Application   </a:t>
            </a:r>
            <a:endParaRPr lang="en-US" sz="88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62930" y="4997003"/>
            <a:ext cx="37499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Presented By: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Aishwarya Patil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627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application will help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 rooms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select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interest.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ustomer can search rooms by type.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913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641" y="0"/>
            <a:ext cx="10018713" cy="1432774"/>
          </a:xfrm>
        </p:spPr>
        <p:txBody>
          <a:bodyPr>
            <a:normAutofit/>
          </a:bodyPr>
          <a:lstStyle/>
          <a:p>
            <a:r>
              <a:rPr lang="en-US" sz="5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POJO Class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06" y="1136134"/>
            <a:ext cx="9594761" cy="556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52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 Interface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453" y="2070346"/>
            <a:ext cx="7885823" cy="371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59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14082"/>
            <a:ext cx="9404723" cy="1400530"/>
          </a:xfrm>
        </p:spPr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Interface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846" y="2169485"/>
            <a:ext cx="7690464" cy="32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7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893194"/>
            <a:ext cx="9601200" cy="1429554"/>
          </a:xfrm>
        </p:spPr>
        <p:txBody>
          <a:bodyPr>
            <a:noAutofit/>
          </a:bodyPr>
          <a:lstStyle/>
          <a:p>
            <a:r>
              <a:rPr lang="en-US" sz="8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8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590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88</TotalTime>
  <Words>41</Words>
  <Application>Microsoft Office PowerPoint</Application>
  <PresentationFormat>Widescreen</PresentationFormat>
  <Paragraphs>10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Times New Roman</vt:lpstr>
      <vt:lpstr>Wingdings 3</vt:lpstr>
      <vt:lpstr>Wisp</vt:lpstr>
      <vt:lpstr>Room Booking Application   </vt:lpstr>
      <vt:lpstr>Problem Statement</vt:lpstr>
      <vt:lpstr>POJO Class</vt:lpstr>
      <vt:lpstr>Service Interface</vt:lpstr>
      <vt:lpstr>Repository Interface</vt:lpstr>
      <vt:lpstr>Thank you</vt:lpstr>
    </vt:vector>
  </TitlesOfParts>
  <Company>Capgemini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Watch Store</dc:title>
  <dc:creator>Patil, Aishwarya</dc:creator>
  <cp:lastModifiedBy>Patil, Aishwarya</cp:lastModifiedBy>
  <cp:revision>23</cp:revision>
  <dcterms:created xsi:type="dcterms:W3CDTF">2019-03-29T04:07:27Z</dcterms:created>
  <dcterms:modified xsi:type="dcterms:W3CDTF">2019-04-03T03:20:48Z</dcterms:modified>
</cp:coreProperties>
</file>